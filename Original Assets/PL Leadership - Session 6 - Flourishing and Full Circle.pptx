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31" r:id="rId7"/>
    <p:sldId id="844" r:id="rId8"/>
    <p:sldId id="843" r:id="rId9"/>
    <p:sldId id="845" r:id="rId10"/>
    <p:sldId id="846" r:id="rId11"/>
    <p:sldId id="841" r:id="rId12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3:15 - 3:16</a:t>
            </a:r>
          </a:p>
          <a:p/>
          <a:p>
            <a:r>
              <a:t>PURPOSE</a:t>
            </a:r>
          </a:p>
          <a:p>
            <a:r>
              <a:t>Bring the day together and prepare for practical action.</a:t>
            </a:r>
          </a:p>
          <a:p/>
          <a:p>
            <a:r>
              <a:t>WHAT TO DO</a:t>
            </a:r>
          </a:p>
          <a:p>
            <a:r>
              <a:t>1. Name the final session as a return to the students and questions participants began with this morning.</a:t>
            </a:r>
          </a:p>
          <a:p>
            <a:r>
              <a:t>2. Explain that participants will consolidate one school change and one conversation with a family or student.</a:t>
            </a:r>
          </a:p>
          <a:p>
            <a:r>
              <a:t>3. Protect enough time for individual planning, resources and feedback.</a:t>
            </a:r>
          </a:p>
          <a:p>
            <a:r>
              <a:t>4. Keep the closing grounded rather than adding new content.</a:t>
            </a:r>
          </a:p>
          <a:p/>
          <a:p>
            <a:r>
              <a:t>KEY MESSAGES</a:t>
            </a:r>
          </a:p>
          <a:p>
            <a:r>
              <a:t>• The day closes by connecting understanding with action.</a:t>
            </a:r>
          </a:p>
          <a:p>
            <a:r>
              <a:t>• One thoughtful next step is more useful than an unmanageable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3 min  ·  3:16 - 3:19</a:t>
            </a:r>
          </a:p>
          <a:p/>
          <a:p>
            <a:r>
              <a:t>PURPOSE</a:t>
            </a:r>
          </a:p>
          <a:p>
            <a:r>
              <a:t>Bring together the workshop lens, school design and partnership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together, as connected ideas.</a:t>
            </a:r>
          </a:p>
          <a:p>
            <a:r>
              <a:t>2. Optionally link the day's three practical strands: a neurodiversity-affirming lens that begins with the person; a more accessible school shaped by student experience; positive partnership that brings student, family and school knowledge together.</a:t>
            </a:r>
          </a:p>
          <a:p>
            <a:r>
              <a:t>3. Connect the lens, the accessible classroom and positive partnership without repeating the full day.</a:t>
            </a:r>
          </a:p>
          <a:p>
            <a:r>
              <a:t>4. Invite participants to notice whether their Session 4 school change supports belonging or joy as well as reducing a barrier.</a:t>
            </a:r>
          </a:p>
          <a:p>
            <a:r>
              <a:t>5.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Belonging, capacity and joy run through all three.</a:t>
            </a:r>
          </a:p>
          <a:p/>
          <a:p>
            <a:r>
              <a:t>KEY MESSAGES</a:t>
            </a:r>
          </a:p>
          <a:p>
            <a:r>
              <a:t>• Belonging, capacity and joy belong alongside access and participation.</a:t>
            </a:r>
          </a:p>
          <a:p>
            <a:r>
              <a:t>• School design and partnership should stay connected to each student's whole experience.</a:t>
            </a:r>
          </a:p>
          <a:p/>
          <a:p>
            <a:r>
              <a:t>KEEP IN MIND</a:t>
            </a:r>
          </a:p>
          <a:p>
            <a:r>
              <a:t>• Avoid presenting academic performance, quiet compliance or conventional independence as the only evidence of flourishing.</a:t>
            </a:r>
          </a:p>
          <a:p/>
          <a:p>
            <a:r>
              <a:t>THREAD</a:t>
            </a:r>
          </a:p>
          <a:p>
            <a:r>
              <a:t>Capacity picks up Session 3's 'What costs? What lightens?' thinking; the whole frame is the test for the Session 4 design change and the Session 5 partnership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A2FB-4FF9-EE51-EF6D-10657191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C577A-1C76-DB07-15A8-11676009A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0A8E-33DE-52B4-FBEF-8B0D598B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8 min  ·  3:19 - 3:27  ·  Participant Guide p.26 - Bringing it all together</a:t>
            </a:r>
          </a:p>
          <a:p/>
          <a:p>
            <a:r>
              <a:t>PURPOSE</a:t>
            </a:r>
          </a:p>
          <a:p>
            <a:r>
              <a:t>Surface the strongest ideas at each table and make the most useful ones concrete enough to spread back at school.</a:t>
            </a:r>
          </a:p>
          <a:p/>
          <a:p>
            <a:r>
              <a:t>WHAT TO DO</a:t>
            </a:r>
          </a:p>
          <a:p>
            <a:r>
              <a:t>1. Move participants into table groups.</a:t>
            </a:r>
          </a:p>
          <a:p>
            <a:r>
              <a:t>2. Keep time: one minute per person, then the shortlist.</a:t>
            </a:r>
          </a:p>
          <a:p>
            <a:r>
              <a:t>3. Remind tables they can draw on what they saw on the gallery wall in Session 4.</a:t>
            </a:r>
          </a:p>
          <a:p>
            <a:r>
              <a:t>4. Push each table to name a real person and a real meeting or moment for each shortlisted idea.</a:t>
            </a:r>
          </a:p>
          <a:p/>
          <a:p>
            <a:r>
              <a:t>ACTIVITY: Table sharing and shortlist  ·  table groups  ·  8 minutes</a:t>
            </a:r>
          </a:p>
          <a:p>
            <a:r>
              <a:t>Prompt: What is the strongest thing you're taking back to your school?</a:t>
            </a:r>
          </a:p>
          <a:p>
            <a:r>
              <a:t>1. Each person shares the strongest thing they're taking back to their school: one minute each.</a:t>
            </a:r>
          </a:p>
          <a:p>
            <a:r>
              <a:t>2. As a table, build the shared shortlist: the three ideas from this table most worth spreading.</a:t>
            </a:r>
          </a:p>
          <a:p>
            <a:r>
              <a:t>3. Make each one concrete: who needs to hear it, and in which meeting or moment will you say it?</a:t>
            </a:r>
          </a:p>
          <a:p/>
          <a:p>
            <a:r>
              <a:t>THREAD</a:t>
            </a:r>
          </a:p>
          <a:p>
            <a:r>
              <a:t>The shortlist builds on the Session 4 gallery walk.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03EF-8A28-F787-D0E7-C1724D605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36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3:27 - 3:35  ·  Participant Guide p.27 - Start · Continue · Reconsider</a:t>
            </a:r>
          </a:p>
          <a:p/>
          <a:p>
            <a:r>
              <a:t>PURPOSE</a:t>
            </a:r>
          </a:p>
          <a:p>
            <a:r>
              <a:t>Turn the day into one specific, environment-first school action, alongside a practice to keep and one to rethink.</a:t>
            </a:r>
          </a:p>
          <a:p/>
          <a:p>
            <a:r>
              <a:t>WHAT TO DO</a:t>
            </a:r>
          </a:p>
          <a:p>
            <a:r>
              <a:t>1. Ask participants to have their Session 4 Commit table and Participant Guide p. 20 in front of them.</a:t>
            </a:r>
          </a:p>
          <a:p>
            <a:r>
              <a:t>2. Read the opening line: think school-wide.</a:t>
            </a:r>
          </a:p>
          <a:p>
            <a:r>
              <a:t>3. Ask what matters most now, rather than for a summary of every topic.</a:t>
            </a:r>
          </a:p>
          <a:p>
            <a:r>
              <a:t>4. Suggest their Start can be their Session 4 "this term" step, now with how they will know it worked.</a:t>
            </a:r>
          </a:p>
          <a:p>
            <a:r>
              <a:t>5. Offer the stems for an environment-first Start: I will... / The barrier or demand I am addressing is... / I will notice... / I need to consult... / I will review this on...</a:t>
            </a:r>
          </a:p>
          <a:p>
            <a:r>
              <a:t>6. Check that each Start sits within the participant's influence and does not require a student to appear less Autistic.</a:t>
            </a:r>
          </a:p>
          <a:p>
            <a:r>
              <a:t>7. Encourage participants to include when they will consult students, families or staff.</a:t>
            </a:r>
          </a:p>
          <a:p>
            <a:r>
              <a:t>8. Point to the last line: share one thing on this card with your executive team.</a:t>
            </a:r>
          </a:p>
          <a:p/>
          <a:p>
            <a:r>
              <a:t>KEY MESSAGES</a:t>
            </a:r>
          </a:p>
          <a:p>
            <a:r>
              <a:t>• Use access, participation or experience as the measure, not outward compliance.</a:t>
            </a:r>
          </a:p>
          <a:p>
            <a:r>
              <a:t>• Choose one insight, question or design opportunity that is specific and small enough to start.</a:t>
            </a:r>
          </a:p>
          <a:p/>
          <a:p>
            <a:r>
              <a:t>ACTIVITY: Individual action planning  ·  on your own  ·  8 minutes</a:t>
            </a:r>
          </a:p>
          <a:p>
            <a:r>
              <a:t>Prompt: Think school-wide. What matters most now, and what is one change you will take forward?</a:t>
            </a:r>
          </a:p>
          <a:p>
            <a:r>
              <a:t>1. On the action card, identify one strategy to start: something small you can start next week.</a:t>
            </a:r>
          </a:p>
          <a:p>
            <a:r>
              <a:t>2. Identify one practice to continue: something today confirmed you already do well.</a:t>
            </a:r>
          </a:p>
          <a:p>
            <a:r>
              <a:t>3. Identify one approach to reconsider: something you would now do differently.</a:t>
            </a:r>
          </a:p>
          <a:p>
            <a:r>
              <a:t>4. For each, decide: How will you know it worked? What evidence will show it?</a:t>
            </a:r>
          </a:p>
          <a:p>
            <a:r>
              <a:t>5. If time allows, note beside your Start the barrier or demand it addresses, who to consult and when to review it.</a:t>
            </a:r>
          </a:p>
          <a:p>
            <a:r>
              <a:t>6. This card is yours. Share one thing on it with your executive team.</a:t>
            </a:r>
          </a:p>
          <a:p>
            <a:r>
              <a:t>Close: Ask participants to keep the action small, testable and open to revision.</a:t>
            </a:r>
          </a:p>
          <a:p/>
          <a:p>
            <a:r>
              <a:t>KEEP IN MIND</a:t>
            </a:r>
          </a:p>
          <a:p>
            <a:r>
              <a:t>• Do not let 'what they will notice' become outward compliance.</a:t>
            </a:r>
          </a:p>
          <a:p>
            <a:r>
              <a:t>• The card is theirs: participants choose what to share with their executive team.</a:t>
            </a:r>
          </a:p>
          <a:p/>
          <a:p>
            <a:r>
              <a:t>THREAD</a:t>
            </a:r>
          </a:p>
          <a:p>
            <a:r>
              <a:t>Picks up the Session 4 Commit table and the School change sheet "This term" step (p. 20); Participant Guide p. 27 notes the "this term" step can be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3:35 - 3:43  ·  Participant Guide p.28 - Plan the next conversation</a:t>
            </a:r>
          </a:p>
          <a:p/>
          <a:p>
            <a:r>
              <a:t>PURPOSE</a:t>
            </a:r>
          </a:p>
          <a:p>
            <a:r>
              <a:t>Prepare one purposeful, power-aware conversation with a student's family or the student themselves, within two weeks.</a:t>
            </a:r>
          </a:p>
          <a:p/>
          <a:p>
            <a:r>
              <a:t>WHAT TO DO</a:t>
            </a:r>
          </a:p>
          <a:p>
            <a:r>
              <a:t>1. Ask participants to open their Session 5 bridge notes.</a:t>
            </a:r>
          </a:p>
          <a:p>
            <a:r>
              <a:t>2. Ask them to define the purpose before writing questions or next steps.</a:t>
            </a:r>
          </a:p>
          <a:p>
            <a:r>
              <a:t>3. Point back to the bridge prompts on p. 25: what needs to be understood, how student voice will be included, what can be decided together and how the school will follow up.</a:t>
            </a:r>
          </a:p>
          <a:p>
            <a:r>
              <a:t>4. Ask participants to apply the process change they identified during the power-dynamics reflection.</a:t>
            </a:r>
          </a:p>
          <a:p>
            <a:r>
              <a:t>5. Keep all notes anonymised (initials or roles only) and sharing voluntary.</a:t>
            </a:r>
          </a:p>
          <a:p/>
          <a:p>
            <a:r>
              <a:t>ACTIVITY: Individual conversation planning  ·  on your own  ·  8 minutes</a:t>
            </a:r>
          </a:p>
          <a:p>
            <a:r>
              <a:t>Prompt: Plan one real conversation you will have within two weeks.</a:t>
            </a:r>
          </a:p>
          <a:p>
            <a:r>
              <a:t>1. Choose the real conversation you'll have within two weeks: with a student's family, or with the student themselves.</a:t>
            </a:r>
          </a:p>
          <a:p>
            <a:r>
              <a:t>2. Write the purpose in one sentence: what you need to understand, rather than what you need the family to accept.</a:t>
            </a:r>
          </a:p>
          <a:p>
            <a:r>
              <a:t>3. Plan it in your Participant Guide: what I'll share (a strength first), what I'll ask (specifically), what I'll offer.</a:t>
            </a:r>
          </a:p>
          <a:p>
            <a:r>
              <a:t>4. Plan how the student's communication and preferences will be included.</a:t>
            </a:r>
          </a:p>
          <a:p>
            <a:r>
              <a:t>5. Write two open questions and what you will listen for.</a:t>
            </a:r>
          </a:p>
          <a:p>
            <a:r>
              <a:t>6. Write your opening sentence, word for word.</a:t>
            </a:r>
          </a:p>
          <a:p>
            <a:r>
              <a:t>7. Name one possible shared next step, leaving room for the conversation to change it, and how you will follow up.</a:t>
            </a:r>
          </a:p>
          <a:p>
            <a:r>
              <a:t>8. Note it: when, where, how.</a:t>
            </a:r>
          </a:p>
          <a:p>
            <a:r>
              <a:t>Close: Invite participants to check that the plan is clear, respectful and genuinely open to family and student knowledge.</a:t>
            </a:r>
          </a:p>
          <a:p/>
          <a:p>
            <a:r>
              <a:t>KEEP IN MIND</a:t>
            </a:r>
          </a:p>
          <a:p>
            <a:r>
              <a:t>• Avoid scripting the family's response.</a:t>
            </a:r>
          </a:p>
          <a:p>
            <a:r>
              <a:t>• Avoid treating the meeting as a way to secure agreement with a finished school plan.</a:t>
            </a:r>
          </a:p>
          <a:p/>
          <a:p>
            <a:r>
              <a:t>THREAD</a:t>
            </a:r>
          </a:p>
          <a:p>
            <a:r>
              <a:t>Starts from the Session 5 bridge notes (p. 25 - Bridge to the next family conversation) and the power-dynamics reflection (p. 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3:43 - 3:47</a:t>
            </a:r>
          </a:p>
          <a:p/>
          <a:p>
            <a:r>
              <a:t>PURPOSE</a:t>
            </a:r>
          </a:p>
          <a:p>
            <a:r>
              <a:t>Hear, in a student's own words, how teacher belief shaped their success.</a:t>
            </a:r>
          </a:p>
          <a:p/>
          <a:p>
            <a:r>
              <a:t>WHAT TO DO</a:t>
            </a:r>
          </a:p>
          <a:p>
            <a:r>
              <a:t>1. Play the video.</a:t>
            </a:r>
          </a:p>
          <a:p>
            <a:r>
              <a:t>2. Move to the final reflection after the video, without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3:47 - 3:51  ·  Participant Guide p.29 - Final reflection</a:t>
            </a:r>
          </a:p>
          <a:p/>
          <a:p>
            <a:r>
              <a:t>PURPOSE</a:t>
            </a:r>
          </a:p>
          <a:p>
            <a:r>
              <a:t>Return participants to where they started this morning and name, privately, what has shifted.</a:t>
            </a:r>
          </a:p>
          <a:p/>
          <a:p>
            <a:r>
              <a:t>WHAT TO DO</a:t>
            </a:r>
          </a:p>
          <a:p>
            <a:r>
              <a:t>1. Ask participants to find what they wrote this morning (p. 5 - My starting point) and read their own words back.</a:t>
            </a:r>
          </a:p>
          <a:p>
            <a:r>
              <a:t>2. Ask: What's different now?</a:t>
            </a:r>
          </a:p>
          <a:p>
            <a:r>
              <a:t>3. Give quiet time for the two prompts: Where were you this morning? Where are you now?</a:t>
            </a:r>
          </a:p>
          <a:p>
            <a:r>
              <a:t>4. Ask each person to answer the last question in one sentence, to themselves.</a:t>
            </a:r>
          </a:p>
          <a:p>
            <a:r>
              <a:t>5. Keep it private; no sharing is needed.</a:t>
            </a:r>
          </a:p>
          <a:p/>
          <a:p>
            <a:r>
              <a:t>YOU MIGHT SAY</a:t>
            </a:r>
          </a:p>
          <a:p>
            <a:r>
              <a:t>In one sentence, for yourself: what will you do differently in your leadership?</a:t>
            </a:r>
          </a:p>
          <a:p/>
          <a:p>
            <a:r>
              <a:t>THREAD</a:t>
            </a:r>
          </a:p>
          <a:p>
            <a:r>
              <a:t>Returns to Session 1 (p. 5 - My starting 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 min  ·  3:51 - 3:54  ·  Participant Guide p.30 - Connections that continue</a:t>
            </a:r>
          </a:p>
          <a:p/>
          <a:p>
            <a:r>
              <a:t>PURPOSE</a:t>
            </a:r>
          </a:p>
          <a:p>
            <a:r>
              <a:t>Introduce continuing professional learning and community pathways.</a:t>
            </a:r>
          </a:p>
          <a:p/>
          <a:p>
            <a:r>
              <a:t>WHAT TO DO</a:t>
            </a:r>
          </a:p>
          <a:p>
            <a:r>
              <a:t>1. Ask: What are you curious to learn more about next?</a:t>
            </a:r>
          </a:p>
          <a:p>
            <a:r>
              <a:t>2. Point participants back to "What am I curious about today?" (Participant Guide p. 5, My starting point): how many of their morning questions got answered?</a:t>
            </a:r>
          </a:p>
          <a:p>
            <a:r>
              <a:t>3. Explain how to access each pathway: webinars and deep dives, the Online Community of Practice and the Positive Partnerships website.</a:t>
            </a:r>
          </a:p>
          <a:p>
            <a:r>
              <a:t>4. Mention that photos of today's wall work will be shared in the Community of Practice this week.</a:t>
            </a:r>
          </a:p>
          <a:p>
            <a:r>
              <a:t>5. Keep this brief and practical.</a:t>
            </a:r>
          </a:p>
          <a:p/>
          <a:p>
            <a:r>
              <a:t>YOU MIGHT SAY</a:t>
            </a:r>
          </a:p>
          <a:p>
            <a:r>
              <a:t>Today is a starting point. These supports continue after the workshop.</a:t>
            </a:r>
          </a:p>
          <a:p/>
          <a:p>
            <a:r>
              <a:t>KEY MESSAGES</a:t>
            </a:r>
          </a:p>
          <a:p>
            <a:r>
              <a:t>• The workshop is one point in continuing professional learning, reflection and partnership.</a:t>
            </a:r>
          </a:p>
          <a:p>
            <a:r>
              <a:t>• Choose the pathway that fits your next question.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D845D-D26B-42D1-9889-EA405414299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969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3:54 - 3:55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3:55 - 3:59</a:t>
            </a:r>
          </a:p>
          <a:p/>
          <a:p>
            <a:r>
              <a:t>PURPOSE</a:t>
            </a:r>
          </a:p>
          <a:p>
            <a:r>
              <a:t>Collect participant feedback.</a:t>
            </a:r>
          </a:p>
          <a:p/>
          <a:p>
            <a:r>
              <a:t>WHAT TO DO</a:t>
            </a:r>
          </a:p>
          <a:p>
            <a:r>
              <a:t>1. Explain why feedback is being collected and how it is used.</a:t>
            </a:r>
          </a:p>
          <a:p>
            <a:r>
              <a:t>2. Show how to access the form (link and QR code).</a:t>
            </a:r>
          </a:p>
          <a:p>
            <a:r>
              <a:t>3. Allow protected time for completion in the room.</a:t>
            </a:r>
          </a:p>
          <a:p>
            <a:r>
              <a:t>4. Provide an accessible alternative if the process includes one.</a:t>
            </a:r>
          </a:p>
          <a:p/>
          <a:p>
            <a:r>
              <a:t>RESOURCES</a:t>
            </a:r>
          </a:p>
          <a:p>
            <a:r>
              <a:t>Feedback form - http://tiny.cc/PP-PLfeedback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3:59 - 4:00</a:t>
            </a:r>
          </a:p>
          <a:p/>
          <a:p>
            <a:r>
              <a:t>PURPOSE</a:t>
            </a:r>
          </a:p>
          <a:p>
            <a:r>
              <a:t>Close warmly and return participants to student-centred curiosity.</a:t>
            </a:r>
          </a:p>
          <a:p/>
          <a:p>
            <a:r>
              <a:t>WHAT TO DO</a:t>
            </a:r>
          </a:p>
          <a:p>
            <a:r>
              <a:t>1. Thank participants for their attention, questions and professional reflection.</a:t>
            </a:r>
          </a:p>
          <a:p>
            <a:r>
              <a:t>2. Invite them to stay curious and keep students at the centre.</a:t>
            </a:r>
          </a:p>
          <a:p>
            <a:r>
              <a:t>3. Remind participants to take their action card and conversation plan, and to share one thing with their executive team.</a:t>
            </a:r>
          </a:p>
          <a:p>
            <a:r>
              <a:t>4. State the relevant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students at the centre.</a:t>
            </a:r>
          </a:p>
          <a:p>
            <a:r>
              <a:t>• Small, informed changes can be reviewed and refined in partnership.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School Leadership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Flourishing &amp; 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E08F-A4CC-8EFD-86F4-8163A22A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1D4B3EC-9708-EFB5-BBDF-C408D4E8394A}"/>
              </a:ext>
            </a:extLst>
          </p:cNvPr>
          <p:cNvSpPr txBox="1">
            <a:spLocks/>
          </p:cNvSpPr>
          <p:nvPr/>
        </p:nvSpPr>
        <p:spPr>
          <a:xfrm>
            <a:off x="685800" y="457200"/>
            <a:ext cx="10789920" cy="7772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Table groups: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476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Each person shares the strongest thing they're taking back to their school: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minute each.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077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As a table, build the shared shortlist: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three ideas from this table most worth spreading.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67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Make each one concrete: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needs to hear it, and in which meeting or moment will you say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25147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64336-1E2A-DABF-1A15-0FD63C44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Start · Continue · Reconsider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Think school-wide. On your action card, identify: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Start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strategy to start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something small you can start next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3978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Continue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practice to continue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today confirmed you already do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7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2117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Reconsider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approach to reconsider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you would now do differently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each, decide: How will you know it worked? What evidence will show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Share one thing on this card with your executive team.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9436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34650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8B3160-3FF6-2D0B-C202-81FA4BCAD256}"/>
              </a:ext>
            </a:extLst>
          </p:cNvPr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Plan the next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Start from your Session 5 bridge notes.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Choose the real conversation you'll have within two weeks: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with a student's family, or with the student themselves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Plan it in your Participant Guide: 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I'll share (a strength first) · what I'll ask (specifically) · what I'll offer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Write your opening sentence, word for word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622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Note it: when, where, how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9341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052560" y="3931920"/>
            <a:ext cx="5486400" cy="5486400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85800" y="2740342"/>
            <a:ext cx="3687775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In their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30775" y="1551622"/>
            <a:ext cx="6675120" cy="3754755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 w="19050">
            <a:solidFill>
              <a:srgbClr val="B9A7D6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13655" y="1551622"/>
            <a:ext cx="6309360" cy="3754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Video placeholder: Caitlin on how teacher belief shaped their success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51622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996696" y="1798510"/>
            <a:ext cx="420624" cy="420624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956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754880"/>
            <a:ext cx="5669280" cy="5669280"/>
          </a:xfrm>
          <a:prstGeom prst="ellipse">
            <a:avLst/>
          </a:prstGeom>
          <a:solidFill>
            <a:srgbClr val="6A52A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FBDF4-2EE7-D4AD-3DCB-B64C00E2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morning you wrote what school is for, and what you were curious about. Read your own words back. What's different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were you this morning?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are you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8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In one sentence, for yourself: what will you do differently in your leadership?</a:t>
            </a:r>
          </a:p>
        </p:txBody>
      </p:sp>
    </p:spTree>
    <p:extLst>
      <p:ext uri="{BB962C8B-B14F-4D97-AF65-F5344CB8AC3E}">
        <p14:creationId xmlns:p14="http://schemas.microsoft.com/office/powerpoint/2010/main" val="240908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AB9B-F98C-5EFD-BABF-E0BC0A46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are you curious to learn more about next? Look back at "What am I curious about today?" on page 5: how many of your questions got answered?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Webinars and deep dives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Follow-ups on UDL, executive functioning, sensory design, anxiety and more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[Titles and dates to confirm]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8258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Online Community of Practice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A place to keep talking with other educators after today.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[Link or QR code to add]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6397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Positive Partnerships website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Resources for educators, families and students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positivepartnerships.com.au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0352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30352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Today is a starting point. These supports continue after the workshop.</a:t>
            </a:r>
          </a:p>
        </p:txBody>
      </p:sp>
    </p:spTree>
    <p:extLst>
      <p:ext uri="{BB962C8B-B14F-4D97-AF65-F5344CB8AC3E}">
        <p14:creationId xmlns:p14="http://schemas.microsoft.com/office/powerpoint/2010/main" val="314638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8824F-37C0-4BE7-8FAC-CBE317D6AF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01" y="2857855"/>
            <a:ext cx="2572512" cy="2572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1E2BE-141D-A965-0C33-4F8C6435F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591" y="685513"/>
            <a:ext cx="6909682" cy="1641255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4DD89-7D45-2815-2C0A-3DE1A5D9B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55" y="2573002"/>
            <a:ext cx="3600953" cy="111458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30373-A7B7-9F5E-C3A3-FEF7615B9FB8}"/>
              </a:ext>
            </a:extLst>
          </p:cNvPr>
          <p:cNvSpPr txBox="1"/>
          <p:nvPr/>
        </p:nvSpPr>
        <p:spPr>
          <a:xfrm>
            <a:off x="1212692" y="5542923"/>
            <a:ext cx="706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http://tiny.cc/PP-PLfeedback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17B9B2-07E6-1C8D-2A07-16A742991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407" y="3933817"/>
            <a:ext cx="6246048" cy="112445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students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thoughtful next step, include the people who hold relevant knowledge and review what happens. Small, informed changes can be refined through student voice, observation and partnership.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